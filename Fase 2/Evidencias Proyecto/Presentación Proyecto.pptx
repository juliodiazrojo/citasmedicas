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Montserrat"/>
      <p:regular r:id="rId17"/>
      <p:bold r:id="rId18"/>
      <p:italic r:id="rId19"/>
      <p:boldItalic r:id="rId20"/>
    </p:embeddedFont>
    <p:embeddedFont>
      <p:font typeface="La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Italic.fntdata"/><Relationship Id="rId11" Type="http://schemas.openxmlformats.org/officeDocument/2006/relationships/slide" Target="slides/slide6.xml"/><Relationship Id="rId22" Type="http://schemas.openxmlformats.org/officeDocument/2006/relationships/font" Target="fonts/Lato-bold.fntdata"/><Relationship Id="rId10" Type="http://schemas.openxmlformats.org/officeDocument/2006/relationships/slide" Target="slides/slide5.xml"/><Relationship Id="rId21" Type="http://schemas.openxmlformats.org/officeDocument/2006/relationships/font" Target="fonts/Lato-regular.fntdata"/><Relationship Id="rId13" Type="http://schemas.openxmlformats.org/officeDocument/2006/relationships/slide" Target="slides/slide8.xml"/><Relationship Id="rId24" Type="http://schemas.openxmlformats.org/officeDocument/2006/relationships/font" Target="fonts/Lato-boldItalic.fntdata"/><Relationship Id="rId12" Type="http://schemas.openxmlformats.org/officeDocument/2006/relationships/slide" Target="slides/slide7.xml"/><Relationship Id="rId23" Type="http://schemas.openxmlformats.org/officeDocument/2006/relationships/font" Target="fonts/La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ontserrat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-italic.fntdata"/><Relationship Id="rId6" Type="http://schemas.openxmlformats.org/officeDocument/2006/relationships/slide" Target="slides/slide1.xml"/><Relationship Id="rId18" Type="http://schemas.openxmlformats.org/officeDocument/2006/relationships/font" Target="fonts/Montserra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1f87997393_0_7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1f87997393_0_7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f87997393_0_7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1f87997393_0_7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8dce568e1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8dce568e1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8dce568e14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8dce568e14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8dce568e14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8dce568e14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8dce568e14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8dce568e14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8dce568e14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8dce568e14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8dce568e14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8dce568e14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8dce568e14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8dce568e14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8dce568e14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8dce568e14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1f87997393_0_15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1f87997393_0_15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Relationship Id="rId6" Type="http://schemas.openxmlformats.org/officeDocument/2006/relationships/slide" Target="/ppt/slides/slide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ffset_comp_406605.jpg" id="10" name="Google Shape;10;p2"/>
          <p:cNvPicPr preferRelativeResize="0"/>
          <p:nvPr/>
        </p:nvPicPr>
        <p:blipFill rotWithShape="1">
          <a:blip r:embed="rId2">
            <a:alphaModFix amt="66000"/>
          </a:blip>
          <a:srcRect b="39565" l="20991" r="40112" t="2690"/>
          <a:stretch/>
        </p:blipFill>
        <p:spPr>
          <a:xfrm>
            <a:off x="0" y="0"/>
            <a:ext cx="5157900" cy="5143500"/>
          </a:xfrm>
          <a:prstGeom prst="rtTriangle">
            <a:avLst/>
          </a:prstGeom>
          <a:noFill/>
          <a:ln>
            <a:noFill/>
          </a:ln>
        </p:spPr>
      </p:pic>
      <p:pic>
        <p:nvPicPr>
          <p:cNvPr descr="offset_comp_342327_edtied.jpg" id="11" name="Google Shape;11;p2"/>
          <p:cNvPicPr preferRelativeResize="0"/>
          <p:nvPr/>
        </p:nvPicPr>
        <p:blipFill rotWithShape="1">
          <a:blip r:embed="rId3">
            <a:alphaModFix amt="31000"/>
          </a:blip>
          <a:srcRect b="11297" l="14009" r="43289" t="35833"/>
          <a:stretch/>
        </p:blipFill>
        <p:spPr>
          <a:xfrm rot="10800000">
            <a:off x="6976800" y="-25"/>
            <a:ext cx="2167200" cy="2012700"/>
          </a:xfrm>
          <a:prstGeom prst="rtTriangle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5" name="Google Shape;15;p2"/>
          <p:cNvSpPr/>
          <p:nvPr/>
        </p:nvSpPr>
        <p:spPr>
          <a:xfrm rot="-5400000">
            <a:off x="5846" y="-4836"/>
            <a:ext cx="2291400" cy="2300100"/>
          </a:xfrm>
          <a:prstGeom prst="diagStrip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2"/>
          <p:cNvSpPr/>
          <p:nvPr/>
        </p:nvSpPr>
        <p:spPr>
          <a:xfrm flipH="1">
            <a:off x="652821" y="576768"/>
            <a:ext cx="2300100" cy="2291400"/>
          </a:xfrm>
          <a:prstGeom prst="diagStripe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9" name="Google Shape;19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" name="Google Shape;37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" name="Google Shape;3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9" name="Google Shape;39;p3">
            <a:hlinkClick action="ppaction://hlinksldjump" r:id="rId2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3">
            <a:hlinkClick action="ppaction://hlinksldjump" r:id="rId3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3">
            <a:hlinkClick action="ppaction://hlinksldjump" r:id="rId4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">
            <a:hlinkClick action="ppaction://hlinksldjump" r:id="rId5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C">
  <p:cSld name="SECTION_HEADER_1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4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45" name="Google Shape;45;p4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4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4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4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4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4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4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4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4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4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4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4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4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4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4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4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4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4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" name="Google Shape;6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64" name="Google Shape;64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">
            <a:hlinkClick action="ppaction://hlinksldjump" r:id="rId2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>
            <a:hlinkClick action="ppaction://hlinksldjump" r:id="rId3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>
            <a:hlinkClick action="ppaction://hlinksldjump" r:id="rId4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>
            <a:hlinkClick action="ppaction://hlinksldjump" r:id="rId5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0" name="Google Shape;70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71" name="Google Shape;71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3" name="Google Shape;73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4" name="Google Shape;74;p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5" name="Google Shape;7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_alt1">
  <p:cSld name="TITLE_AND_BODY_2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"/>
          <p:cNvSpPr txBox="1"/>
          <p:nvPr>
            <p:ph type="title"/>
          </p:nvPr>
        </p:nvSpPr>
        <p:spPr>
          <a:xfrm>
            <a:off x="361071" y="1924852"/>
            <a:ext cx="2304900" cy="17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8" name="Google Shape;78;p6"/>
          <p:cNvSpPr/>
          <p:nvPr/>
        </p:nvSpPr>
        <p:spPr>
          <a:xfrm>
            <a:off x="4564200" y="0"/>
            <a:ext cx="45798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6"/>
          <p:cNvSpPr txBox="1"/>
          <p:nvPr>
            <p:ph idx="1" type="body"/>
          </p:nvPr>
        </p:nvSpPr>
        <p:spPr>
          <a:xfrm>
            <a:off x="6451271" y="1924850"/>
            <a:ext cx="2304900" cy="17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 sz="1100">
                <a:solidFill>
                  <a:schemeClr val="dk1"/>
                </a:solidFill>
              </a:defRPr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0" name="Google Shape;80;p6">
            <a:hlinkClick action="ppaction://hlinksldjump" r:id="rId2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">
            <a:hlinkClick action="ppaction://hlinksldjump" r:id="rId3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6">
            <a:hlinkClick action="ppaction://hlinksldjump" r:id="rId4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6">
            <a:hlinkClick action="ppaction://hlinksldjump" r:id="rId5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4" name="Google Shape;84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85" name="Google Shape;85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7" name="Google Shape;87;p6"/>
          <p:cNvSpPr txBox="1"/>
          <p:nvPr>
            <p:ph idx="2" type="title"/>
          </p:nvPr>
        </p:nvSpPr>
        <p:spPr>
          <a:xfrm>
            <a:off x="1297500" y="459490"/>
            <a:ext cx="3005700" cy="5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88" name="Google Shape;8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_alt2">
  <p:cSld name="TITLE_AND_BODY_2_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"/>
          <p:cNvSpPr txBox="1"/>
          <p:nvPr>
            <p:ph type="title"/>
          </p:nvPr>
        </p:nvSpPr>
        <p:spPr>
          <a:xfrm>
            <a:off x="702850" y="1708619"/>
            <a:ext cx="3333300" cy="147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" name="Google Shape;91;p7"/>
          <p:cNvSpPr/>
          <p:nvPr/>
        </p:nvSpPr>
        <p:spPr>
          <a:xfrm>
            <a:off x="0" y="3486600"/>
            <a:ext cx="9144000" cy="1656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7">
            <a:hlinkClick action="ppaction://hlinksldjump" r:id="rId2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7">
            <a:hlinkClick action="ppaction://hlinksldjump" r:id="rId3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7">
            <a:hlinkClick action="ppaction://hlinksldjump" r:id="rId4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7">
            <a:hlinkClick action="ppaction://hlinksldjump" r:id="rId5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6" name="Google Shape;96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7" name="Google Shape;97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9" name="Google Shape;99;p7"/>
          <p:cNvSpPr txBox="1"/>
          <p:nvPr>
            <p:ph idx="2" type="title"/>
          </p:nvPr>
        </p:nvSpPr>
        <p:spPr>
          <a:xfrm>
            <a:off x="1297500" y="459490"/>
            <a:ext cx="3005700" cy="5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00" name="Google Shape;10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01" name="Google Shape;101;p7"/>
          <p:cNvSpPr txBox="1"/>
          <p:nvPr>
            <p:ph idx="1" type="body"/>
          </p:nvPr>
        </p:nvSpPr>
        <p:spPr>
          <a:xfrm>
            <a:off x="702850" y="3625275"/>
            <a:ext cx="3333300" cy="7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 sz="1100">
                <a:solidFill>
                  <a:schemeClr val="dk1"/>
                </a:solidFill>
              </a:defRPr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">
            <a:hlinkClick action="ppaction://hlinksldjump" r:id="rId2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8">
            <a:hlinkClick action="ppaction://hlinksldjump" r:id="rId3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8">
            <a:hlinkClick action="ppaction://hlinksldjump" r:id="rId4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8">
            <a:hlinkClick action="ppaction://hlinksldjump" r:id="rId5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7" name="Google Shape;107;p8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08" name="Google Shape;108;p8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8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0" name="Google Shape;110;p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1" name="Google Shape;111;p8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2" name="Google Shape;112;p8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3" name="Google Shape;11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9">
            <a:hlinkClick action="ppaction://hlinksldjump" r:id="rId2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9">
            <a:hlinkClick action="ppaction://hlinksldjump" r:id="rId3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9">
            <a:hlinkClick action="ppaction://hlinksldjump" r:id="rId4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9">
            <a:hlinkClick action="ppaction://hlinksldjump" r:id="rId5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9" name="Google Shape;119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20" name="Google Shape;120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2" name="Google Shape;122;p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3" name="Google Shape;123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0">
            <a:hlinkClick action="ppaction://hlinksldjump" r:id="rId2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0">
            <a:hlinkClick action="ppaction://hlinksldjump" r:id="rId3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0">
            <a:hlinkClick action="ppaction://hlinksldjump" r:id="rId4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0">
            <a:hlinkClick action="ppaction://hlinksldjump" r:id="rId5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9" name="Google Shape;129;p10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30" name="Google Shape;130;p10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0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2" name="Google Shape;132;p10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3" name="Google Shape;133;p10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1">
            <a:hlinkClick action="ppaction://hlinksldjump" r:id="rId2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1">
            <a:hlinkClick action="ppaction://hlinksldjump" r:id="rId3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1">
            <a:hlinkClick action="ppaction://hlinksldjump" r:id="rId4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1">
            <a:hlinkClick action="ppaction://hlinksldjump" r:id="rId5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0" name="Google Shape;140;p11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141" name="Google Shape;141;p11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1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1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1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1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1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1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1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1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1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1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1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1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1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1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1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1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1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9" name="Google Shape;159;p11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0" name="Google Shape;160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>
            <a:hlinkClick action="ppaction://hlinksldjump" r:id="rId2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2">
            <a:hlinkClick action="ppaction://hlinksldjump" r:id="rId3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2">
            <a:hlinkClick action="ppaction://hlinksldjump" r:id="rId4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2">
            <a:hlinkClick action="ppaction://hlinksldjump" r:id="rId5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6" name="Google Shape;166;p12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67" name="Google Shape;167;p12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2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9" name="Google Shape;169;p12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70" name="Google Shape;170;p12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71" name="Google Shape;171;p12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72" name="Google Shape;172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oogle Shape;174;p13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75" name="Google Shape;175;p13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3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7" name="Google Shape;177;p13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78" name="Google Shape;178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79" name="Google Shape;179;p13">
            <a:hlinkClick action="ppaction://hlinksldjump" r:id="rId2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3">
            <a:hlinkClick action="ppaction://hlinksldjump" r:id="rId3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3">
            <a:hlinkClick action="ppaction://hlinksldjump" r:id="rId4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3">
            <a:hlinkClick action="ppaction://hlinksldjump" r:id="rId5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oogle Shape;184;p14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85" name="Google Shape;185;p14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4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4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4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4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4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4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4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4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4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4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4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4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4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4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4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4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4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3" name="Google Shape;203;p14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204" name="Google Shape;204;p14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05" name="Google Shape;20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06" name="Google Shape;206;p14">
            <a:hlinkClick action="ppaction://hlinksldjump" r:id="rId2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4">
            <a:hlinkClick action="ppaction://hlinksldjump" r:id="rId3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4">
            <a:hlinkClick action="ppaction://hlinksldjump" r:id="rId4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4">
            <a:hlinkClick action="ppaction://hlinksldjump" r:id="rId5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_alt3">
  <p:cSld name="TITLE_AND_BODY_1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ffset_comp_343059.jpg" id="213" name="Google Shape;213;p16"/>
          <p:cNvPicPr preferRelativeResize="0"/>
          <p:nvPr/>
        </p:nvPicPr>
        <p:blipFill rotWithShape="1">
          <a:blip r:embed="rId2">
            <a:alphaModFix amt="80000"/>
          </a:blip>
          <a:srcRect b="25870" l="30474" r="30474" t="11955"/>
          <a:stretch/>
        </p:blipFill>
        <p:spPr>
          <a:xfrm rot="-5400000">
            <a:off x="113630" y="-105700"/>
            <a:ext cx="5142300" cy="5364300"/>
          </a:xfrm>
          <a:prstGeom prst="diagStripe">
            <a:avLst>
              <a:gd fmla="val 50343" name="adj"/>
            </a:avLst>
          </a:prstGeom>
          <a:noFill/>
          <a:ln>
            <a:noFill/>
          </a:ln>
        </p:spPr>
      </p:pic>
      <p:sp>
        <p:nvSpPr>
          <p:cNvPr id="214" name="Google Shape;214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15" name="Google Shape;215;p16"/>
          <p:cNvSpPr txBox="1"/>
          <p:nvPr>
            <p:ph idx="1" type="body"/>
          </p:nvPr>
        </p:nvSpPr>
        <p:spPr>
          <a:xfrm>
            <a:off x="4018025" y="1567550"/>
            <a:ext cx="4318500" cy="176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  <a:defRPr>
                <a:solidFill>
                  <a:schemeClr val="dk2"/>
                </a:solidFill>
              </a:defRPr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>
                <a:solidFill>
                  <a:schemeClr val="dk2"/>
                </a:solidFill>
              </a:defRPr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>
                <a:solidFill>
                  <a:schemeClr val="dk2"/>
                </a:solidFill>
              </a:defRPr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6" name="Google Shape;21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17" name="Google Shape;217;p16">
            <a:hlinkClick action="ppaction://hlinksldjump" r:id="rId3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6">
            <a:hlinkClick action="ppaction://hlinksldjump" r:id="rId4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6">
            <a:hlinkClick action="ppaction://hlinksldjump" r:id="rId5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6">
            <a:hlinkClick action="ppaction://hlinksldjump" r:id="rId6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1" name="Google Shape;221;p1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222" name="Google Shape;222;p1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1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7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Citas Médicas</a:t>
            </a:r>
            <a:endParaRPr/>
          </a:p>
        </p:txBody>
      </p:sp>
      <p:sp>
        <p:nvSpPr>
          <p:cNvPr id="229" name="Google Shape;229;p17"/>
          <p:cNvSpPr txBox="1"/>
          <p:nvPr>
            <p:ph idx="1" type="subTitle"/>
          </p:nvPr>
        </p:nvSpPr>
        <p:spPr>
          <a:xfrm>
            <a:off x="5083950" y="3924925"/>
            <a:ext cx="39894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Arial"/>
                <a:ea typeface="Arial"/>
                <a:cs typeface="Arial"/>
                <a:sym typeface="Arial"/>
              </a:rPr>
              <a:t>Integrante: Julio Díaz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s">
                <a:latin typeface="Arial"/>
                <a:ea typeface="Arial"/>
                <a:cs typeface="Arial"/>
                <a:sym typeface="Arial"/>
              </a:rPr>
              <a:t>Profesor: Juan Gana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s">
                <a:latin typeface="Arial"/>
                <a:ea typeface="Arial"/>
                <a:cs typeface="Arial"/>
                <a:sym typeface="Arial"/>
              </a:rPr>
              <a:t>Fecha: 17/10/2025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8"/>
          <p:cNvSpPr txBox="1"/>
          <p:nvPr/>
        </p:nvSpPr>
        <p:spPr>
          <a:xfrm>
            <a:off x="1052550" y="385200"/>
            <a:ext cx="7038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Página de Inicio</a:t>
            </a:r>
            <a:endParaRPr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35" name="Google Shape;23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7574" y="872400"/>
            <a:ext cx="6414226" cy="360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9"/>
          <p:cNvSpPr txBox="1"/>
          <p:nvPr/>
        </p:nvSpPr>
        <p:spPr>
          <a:xfrm>
            <a:off x="1052550" y="385200"/>
            <a:ext cx="7038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Página de Inicio - Botones </a:t>
            </a:r>
            <a:endParaRPr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41" name="Google Shape;24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6400" y="872400"/>
            <a:ext cx="7051200" cy="396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0"/>
          <p:cNvSpPr txBox="1"/>
          <p:nvPr/>
        </p:nvSpPr>
        <p:spPr>
          <a:xfrm>
            <a:off x="1052550" y="385200"/>
            <a:ext cx="7038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Página de Registro</a:t>
            </a:r>
            <a:endParaRPr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47" name="Google Shape;24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6400" y="872400"/>
            <a:ext cx="7051200" cy="396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1"/>
          <p:cNvSpPr txBox="1"/>
          <p:nvPr/>
        </p:nvSpPr>
        <p:spPr>
          <a:xfrm>
            <a:off x="1052550" y="385200"/>
            <a:ext cx="7038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Página de Inicio Sesión</a:t>
            </a:r>
            <a:endParaRPr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53" name="Google Shape;25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6400" y="872400"/>
            <a:ext cx="7051200" cy="396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2"/>
          <p:cNvSpPr txBox="1"/>
          <p:nvPr/>
        </p:nvSpPr>
        <p:spPr>
          <a:xfrm>
            <a:off x="1052550" y="385200"/>
            <a:ext cx="7038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Página de Inicio - Usuario </a:t>
            </a:r>
            <a:endParaRPr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59" name="Google Shape;25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6400" y="872400"/>
            <a:ext cx="7051200" cy="396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3"/>
          <p:cNvSpPr txBox="1"/>
          <p:nvPr/>
        </p:nvSpPr>
        <p:spPr>
          <a:xfrm>
            <a:off x="1052550" y="385200"/>
            <a:ext cx="7038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Página de Perfil </a:t>
            </a:r>
            <a:endParaRPr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65" name="Google Shape;26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6400" y="872400"/>
            <a:ext cx="7051200" cy="396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4"/>
          <p:cNvSpPr txBox="1"/>
          <p:nvPr/>
        </p:nvSpPr>
        <p:spPr>
          <a:xfrm>
            <a:off x="1052550" y="385200"/>
            <a:ext cx="7038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Página de Agendar Cita</a:t>
            </a:r>
            <a:endParaRPr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71" name="Google Shape;27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6400" y="872400"/>
            <a:ext cx="7051200" cy="396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5"/>
          <p:cNvSpPr txBox="1"/>
          <p:nvPr/>
        </p:nvSpPr>
        <p:spPr>
          <a:xfrm>
            <a:off x="1052550" y="385200"/>
            <a:ext cx="7038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Página de Agendar Cita</a:t>
            </a:r>
            <a:endParaRPr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77" name="Google Shape;27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6400" y="872400"/>
            <a:ext cx="7051200" cy="396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6"/>
          <p:cNvSpPr txBox="1"/>
          <p:nvPr/>
        </p:nvSpPr>
        <p:spPr>
          <a:xfrm>
            <a:off x="1052550" y="385200"/>
            <a:ext cx="7038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Página de Administración</a:t>
            </a:r>
            <a:endParaRPr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83" name="Google Shape;28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2550" y="872400"/>
            <a:ext cx="6992440" cy="396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7"/>
          <p:cNvSpPr txBox="1"/>
          <p:nvPr>
            <p:ph type="title"/>
          </p:nvPr>
        </p:nvSpPr>
        <p:spPr>
          <a:xfrm>
            <a:off x="645300" y="1833775"/>
            <a:ext cx="3063300" cy="69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¡Gracias!</a:t>
            </a:r>
            <a:endParaRPr/>
          </a:p>
        </p:txBody>
      </p:sp>
      <p:grpSp>
        <p:nvGrpSpPr>
          <p:cNvPr id="289" name="Google Shape;289;p27"/>
          <p:cNvGrpSpPr/>
          <p:nvPr/>
        </p:nvGrpSpPr>
        <p:grpSpPr>
          <a:xfrm>
            <a:off x="4066820" y="1553491"/>
            <a:ext cx="3159984" cy="2439109"/>
            <a:chOff x="3553042" y="1657806"/>
            <a:chExt cx="3461100" cy="2671532"/>
          </a:xfrm>
        </p:grpSpPr>
        <p:sp>
          <p:nvSpPr>
            <p:cNvPr id="290" name="Google Shape;290;p27"/>
            <p:cNvSpPr/>
            <p:nvPr/>
          </p:nvSpPr>
          <p:spPr>
            <a:xfrm>
              <a:off x="4856024" y="3625653"/>
              <a:ext cx="944700" cy="663300"/>
            </a:xfrm>
            <a:prstGeom prst="trapezoid">
              <a:avLst>
                <a:gd fmla="val 25000" name="adj"/>
              </a:avLst>
            </a:prstGeom>
            <a:solidFill>
              <a:srgbClr val="E7E7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27"/>
            <p:cNvSpPr/>
            <p:nvPr/>
          </p:nvSpPr>
          <p:spPr>
            <a:xfrm rot="10800000">
              <a:off x="4953871" y="3681997"/>
              <a:ext cx="400200" cy="606600"/>
            </a:xfrm>
            <a:prstGeom prst="triangle">
              <a:avLst>
                <a:gd fmla="val 96745" name="adj"/>
              </a:avLst>
            </a:pr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27"/>
            <p:cNvSpPr/>
            <p:nvPr/>
          </p:nvSpPr>
          <p:spPr>
            <a:xfrm>
              <a:off x="4767796" y="3681816"/>
              <a:ext cx="163500" cy="606600"/>
            </a:xfrm>
            <a:prstGeom prst="triangle">
              <a:avLst>
                <a:gd fmla="val 98558" name="adj"/>
              </a:avLst>
            </a:pr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27"/>
            <p:cNvSpPr/>
            <p:nvPr/>
          </p:nvSpPr>
          <p:spPr>
            <a:xfrm rot="10800000">
              <a:off x="4678237" y="4276102"/>
              <a:ext cx="1210800" cy="45600"/>
            </a:xfrm>
            <a:prstGeom prst="roundRect">
              <a:avLst>
                <a:gd fmla="val 5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27"/>
            <p:cNvSpPr/>
            <p:nvPr/>
          </p:nvSpPr>
          <p:spPr>
            <a:xfrm rot="10800000">
              <a:off x="4668343" y="4283738"/>
              <a:ext cx="1230600" cy="45600"/>
            </a:xfrm>
            <a:prstGeom prst="roundRect">
              <a:avLst>
                <a:gd fmla="val 50000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27"/>
            <p:cNvSpPr/>
            <p:nvPr/>
          </p:nvSpPr>
          <p:spPr>
            <a:xfrm>
              <a:off x="4926950" y="3681915"/>
              <a:ext cx="42900" cy="594300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27"/>
            <p:cNvSpPr/>
            <p:nvPr/>
          </p:nvSpPr>
          <p:spPr>
            <a:xfrm>
              <a:off x="3553042" y="1674645"/>
              <a:ext cx="3461100" cy="2014500"/>
            </a:xfrm>
            <a:prstGeom prst="roundRect">
              <a:avLst>
                <a:gd fmla="val 1882" name="adj"/>
              </a:avLst>
            </a:pr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27"/>
            <p:cNvSpPr/>
            <p:nvPr/>
          </p:nvSpPr>
          <p:spPr>
            <a:xfrm>
              <a:off x="3553042" y="1657806"/>
              <a:ext cx="3461100" cy="2014500"/>
            </a:xfrm>
            <a:prstGeom prst="roundRect">
              <a:avLst>
                <a:gd fmla="val 1764" name="adj"/>
              </a:avLst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offset_comp_342327_edited.jpg" id="298" name="Google Shape;298;p27"/>
          <p:cNvPicPr preferRelativeResize="0"/>
          <p:nvPr/>
        </p:nvPicPr>
        <p:blipFill rotWithShape="1">
          <a:blip r:embed="rId3">
            <a:alphaModFix/>
          </a:blip>
          <a:srcRect b="26215" l="45356" r="19582" t="50734"/>
          <a:stretch/>
        </p:blipFill>
        <p:spPr>
          <a:xfrm>
            <a:off x="4115130" y="1605638"/>
            <a:ext cx="3063300" cy="1745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7"/>
          <p:cNvSpPr/>
          <p:nvPr/>
        </p:nvSpPr>
        <p:spPr>
          <a:xfrm flipH="1">
            <a:off x="4114917" y="1606596"/>
            <a:ext cx="3063300" cy="1743300"/>
          </a:xfrm>
          <a:prstGeom prst="rtTriangle">
            <a:avLst/>
          </a:prstGeom>
          <a:solidFill>
            <a:srgbClr val="000000">
              <a:alpha val="46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0" name="Google Shape;300;p27"/>
          <p:cNvGrpSpPr/>
          <p:nvPr/>
        </p:nvGrpSpPr>
        <p:grpSpPr>
          <a:xfrm>
            <a:off x="6762480" y="2546254"/>
            <a:ext cx="1024386" cy="1522884"/>
            <a:chOff x="6505573" y="2745170"/>
            <a:chExt cx="1122000" cy="1668000"/>
          </a:xfrm>
        </p:grpSpPr>
        <p:sp>
          <p:nvSpPr>
            <p:cNvPr id="301" name="Google Shape;301;p27"/>
            <p:cNvSpPr/>
            <p:nvPr/>
          </p:nvSpPr>
          <p:spPr>
            <a:xfrm>
              <a:off x="6517841" y="2745170"/>
              <a:ext cx="1109700" cy="1668000"/>
            </a:xfrm>
            <a:prstGeom prst="roundRect">
              <a:avLst>
                <a:gd fmla="val 5402" name="adj"/>
              </a:avLst>
            </a:prstGeom>
            <a:solidFill>
              <a:srgbClr val="1B212C"/>
            </a:solidFill>
            <a:ln>
              <a:noFill/>
            </a:ln>
            <a:effectLst>
              <a:outerShdw blurRad="387350" sx="107000" rotWithShape="0" algn="tr" dir="8100000" dist="38100" sy="107000">
                <a:srgbClr val="000000">
                  <a:alpha val="498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27"/>
            <p:cNvSpPr/>
            <p:nvPr/>
          </p:nvSpPr>
          <p:spPr>
            <a:xfrm rot="-5400000">
              <a:off x="6238873" y="3024453"/>
              <a:ext cx="1655400" cy="1122000"/>
            </a:xfrm>
            <a:prstGeom prst="roundRect">
              <a:avLst>
                <a:gd fmla="val 4551" name="adj"/>
              </a:avLst>
            </a:pr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27"/>
            <p:cNvSpPr/>
            <p:nvPr/>
          </p:nvSpPr>
          <p:spPr>
            <a:xfrm rot="-5400000">
              <a:off x="6238873" y="3012061"/>
              <a:ext cx="1655400" cy="1122000"/>
            </a:xfrm>
            <a:prstGeom prst="roundRect">
              <a:avLst>
                <a:gd fmla="val 4551" name="adj"/>
              </a:avLst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27"/>
            <p:cNvSpPr/>
            <p:nvPr/>
          </p:nvSpPr>
          <p:spPr>
            <a:xfrm>
              <a:off x="6954127" y="4329594"/>
              <a:ext cx="224700" cy="31500"/>
            </a:xfrm>
            <a:prstGeom prst="roundRect">
              <a:avLst>
                <a:gd fmla="val 5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offset_comp_342327_edited.jpg" id="305" name="Google Shape;305;p27"/>
          <p:cNvPicPr preferRelativeResize="0"/>
          <p:nvPr/>
        </p:nvPicPr>
        <p:blipFill rotWithShape="1">
          <a:blip r:embed="rId3">
            <a:alphaModFix/>
          </a:blip>
          <a:srcRect b="16020" l="53168" r="26238" t="53058"/>
          <a:stretch/>
        </p:blipFill>
        <p:spPr>
          <a:xfrm>
            <a:off x="6762097" y="2613771"/>
            <a:ext cx="1024200" cy="1333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7"/>
          <p:cNvSpPr/>
          <p:nvPr/>
        </p:nvSpPr>
        <p:spPr>
          <a:xfrm flipH="1">
            <a:off x="6762011" y="2613990"/>
            <a:ext cx="1024200" cy="1333200"/>
          </a:xfrm>
          <a:prstGeom prst="rtTriangle">
            <a:avLst/>
          </a:prstGeom>
          <a:solidFill>
            <a:srgbClr val="000000">
              <a:alpha val="46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7" name="Google Shape;307;p27"/>
          <p:cNvGrpSpPr/>
          <p:nvPr/>
        </p:nvGrpSpPr>
        <p:grpSpPr>
          <a:xfrm>
            <a:off x="6405845" y="3121897"/>
            <a:ext cx="520684" cy="1036470"/>
            <a:chOff x="9543736" y="4486132"/>
            <a:chExt cx="570300" cy="1135235"/>
          </a:xfrm>
        </p:grpSpPr>
        <p:sp>
          <p:nvSpPr>
            <p:cNvPr id="308" name="Google Shape;308;p27"/>
            <p:cNvSpPr/>
            <p:nvPr/>
          </p:nvSpPr>
          <p:spPr>
            <a:xfrm>
              <a:off x="9543736" y="4487212"/>
              <a:ext cx="570300" cy="1132800"/>
            </a:xfrm>
            <a:prstGeom prst="roundRect">
              <a:avLst>
                <a:gd fmla="val 5402" name="adj"/>
              </a:avLst>
            </a:prstGeom>
            <a:solidFill>
              <a:srgbClr val="1B212C"/>
            </a:solidFill>
            <a:ln>
              <a:noFill/>
            </a:ln>
            <a:effectLst>
              <a:outerShdw blurRad="387350" sx="107000" rotWithShape="0" algn="tr" dir="8100000" dist="38100" sy="107000">
                <a:srgbClr val="000000">
                  <a:alpha val="498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27"/>
            <p:cNvSpPr/>
            <p:nvPr/>
          </p:nvSpPr>
          <p:spPr>
            <a:xfrm rot="-5400000">
              <a:off x="9265568" y="4772968"/>
              <a:ext cx="1126800" cy="570000"/>
            </a:xfrm>
            <a:prstGeom prst="roundRect">
              <a:avLst>
                <a:gd fmla="val 4551" name="adj"/>
              </a:avLst>
            </a:pr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27"/>
            <p:cNvSpPr/>
            <p:nvPr/>
          </p:nvSpPr>
          <p:spPr>
            <a:xfrm rot="-5400000">
              <a:off x="9265568" y="4764532"/>
              <a:ext cx="1126800" cy="570000"/>
            </a:xfrm>
            <a:prstGeom prst="roundRect">
              <a:avLst>
                <a:gd fmla="val 4551" name="adj"/>
              </a:avLst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27"/>
            <p:cNvSpPr/>
            <p:nvPr/>
          </p:nvSpPr>
          <p:spPr>
            <a:xfrm>
              <a:off x="9736876" y="5519757"/>
              <a:ext cx="186300" cy="30300"/>
            </a:xfrm>
            <a:prstGeom prst="roundRect">
              <a:avLst>
                <a:gd fmla="val 5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offset_comp_342327_edited.jpg" id="312" name="Google Shape;312;p27"/>
          <p:cNvPicPr preferRelativeResize="0"/>
          <p:nvPr/>
        </p:nvPicPr>
        <p:blipFill rotWithShape="1">
          <a:blip r:embed="rId3">
            <a:alphaModFix/>
          </a:blip>
          <a:srcRect b="36733" l="41330" r="47980" t="42211"/>
          <a:stretch/>
        </p:blipFill>
        <p:spPr>
          <a:xfrm>
            <a:off x="6405412" y="3121559"/>
            <a:ext cx="520500" cy="888900"/>
          </a:xfrm>
          <a:prstGeom prst="round2SameRect">
            <a:avLst>
              <a:gd fmla="val 4129" name="adj1"/>
              <a:gd fmla="val 0" name="adj2"/>
            </a:avLst>
          </a:prstGeom>
          <a:noFill/>
          <a:ln>
            <a:noFill/>
          </a:ln>
        </p:spPr>
      </p:pic>
      <p:sp>
        <p:nvSpPr>
          <p:cNvPr id="313" name="Google Shape;313;p27"/>
          <p:cNvSpPr/>
          <p:nvPr/>
        </p:nvSpPr>
        <p:spPr>
          <a:xfrm flipH="1">
            <a:off x="6405284" y="3142709"/>
            <a:ext cx="520500" cy="867900"/>
          </a:xfrm>
          <a:prstGeom prst="rtTriangle">
            <a:avLst/>
          </a:prstGeom>
          <a:solidFill>
            <a:srgbClr val="000000">
              <a:alpha val="46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4" name="Google Shape;314;p27"/>
          <p:cNvGrpSpPr/>
          <p:nvPr/>
        </p:nvGrpSpPr>
        <p:grpSpPr>
          <a:xfrm>
            <a:off x="7564804" y="3443361"/>
            <a:ext cx="455496" cy="692277"/>
            <a:chOff x="7384375" y="3728000"/>
            <a:chExt cx="498900" cy="758244"/>
          </a:xfrm>
        </p:grpSpPr>
        <p:sp>
          <p:nvSpPr>
            <p:cNvPr id="315" name="Google Shape;315;p27"/>
            <p:cNvSpPr/>
            <p:nvPr/>
          </p:nvSpPr>
          <p:spPr>
            <a:xfrm rot="10800000">
              <a:off x="7475552" y="4233644"/>
              <a:ext cx="316500" cy="2526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E7E7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27"/>
            <p:cNvSpPr/>
            <p:nvPr/>
          </p:nvSpPr>
          <p:spPr>
            <a:xfrm rot="5400000">
              <a:off x="7506587" y="4276887"/>
              <a:ext cx="140700" cy="201900"/>
            </a:xfrm>
            <a:prstGeom prst="triangle">
              <a:avLst>
                <a:gd fmla="val 27359" name="adj"/>
              </a:avLst>
            </a:pr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27"/>
            <p:cNvSpPr/>
            <p:nvPr/>
          </p:nvSpPr>
          <p:spPr>
            <a:xfrm>
              <a:off x="7475548" y="3728000"/>
              <a:ext cx="316500" cy="2526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E7E7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27"/>
            <p:cNvSpPr/>
            <p:nvPr/>
          </p:nvSpPr>
          <p:spPr>
            <a:xfrm>
              <a:off x="7384375" y="3860325"/>
              <a:ext cx="498900" cy="498900"/>
            </a:xfrm>
            <a:prstGeom prst="ellipse">
              <a:avLst/>
            </a:prstGeom>
            <a:solidFill>
              <a:srgbClr val="1B212C"/>
            </a:solidFill>
            <a:ln>
              <a:noFill/>
            </a:ln>
            <a:effectLst>
              <a:outerShdw blurRad="387350" sx="107000" rotWithShape="0" algn="tr" dir="8100000" dist="38100" sy="107000">
                <a:srgbClr val="000000">
                  <a:alpha val="498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9" name="Google Shape;319;p27"/>
          <p:cNvGrpSpPr/>
          <p:nvPr/>
        </p:nvGrpSpPr>
        <p:grpSpPr>
          <a:xfrm>
            <a:off x="7564836" y="3561758"/>
            <a:ext cx="478081" cy="462776"/>
            <a:chOff x="7384385" y="3857442"/>
            <a:chExt cx="523637" cy="506874"/>
          </a:xfrm>
        </p:grpSpPr>
        <p:sp>
          <p:nvSpPr>
            <p:cNvPr id="320" name="Google Shape;320;p27"/>
            <p:cNvSpPr/>
            <p:nvPr/>
          </p:nvSpPr>
          <p:spPr>
            <a:xfrm>
              <a:off x="7384385" y="3865416"/>
              <a:ext cx="498900" cy="498900"/>
            </a:xfrm>
            <a:prstGeom prst="ellipse">
              <a:avLst/>
            </a:prstGeom>
            <a:solidFill>
              <a:srgbClr val="99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1" name="Google Shape;321;p27"/>
            <p:cNvGrpSpPr/>
            <p:nvPr/>
          </p:nvGrpSpPr>
          <p:grpSpPr>
            <a:xfrm>
              <a:off x="7384385" y="3857442"/>
              <a:ext cx="523637" cy="498900"/>
              <a:chOff x="7384385" y="3857442"/>
              <a:chExt cx="523637" cy="498900"/>
            </a:xfrm>
          </p:grpSpPr>
          <p:sp>
            <p:nvSpPr>
              <p:cNvPr id="322" name="Google Shape;322;p27"/>
              <p:cNvSpPr/>
              <p:nvPr/>
            </p:nvSpPr>
            <p:spPr>
              <a:xfrm>
                <a:off x="7384385" y="3857442"/>
                <a:ext cx="498900" cy="498900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" name="Google Shape;323;p27"/>
              <p:cNvSpPr/>
              <p:nvPr/>
            </p:nvSpPr>
            <p:spPr>
              <a:xfrm>
                <a:off x="7856422" y="4081138"/>
                <a:ext cx="51600" cy="51600"/>
              </a:xfrm>
              <a:prstGeom prst="flowChartDelay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pic>
        <p:nvPicPr>
          <p:cNvPr descr="offset_comp_342327_edited.jpg" id="324" name="Google Shape;324;p27"/>
          <p:cNvPicPr preferRelativeResize="0"/>
          <p:nvPr/>
        </p:nvPicPr>
        <p:blipFill rotWithShape="1">
          <a:blip r:embed="rId3">
            <a:alphaModFix/>
          </a:blip>
          <a:srcRect b="36557" l="48584" r="37425" t="47335"/>
          <a:stretch/>
        </p:blipFill>
        <p:spPr>
          <a:xfrm>
            <a:off x="7591905" y="3590541"/>
            <a:ext cx="400500" cy="399300"/>
          </a:xfrm>
          <a:prstGeom prst="ellipse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325" name="Google Shape;325;p27"/>
          <p:cNvGrpSpPr/>
          <p:nvPr/>
        </p:nvGrpSpPr>
        <p:grpSpPr>
          <a:xfrm>
            <a:off x="8110843" y="3443361"/>
            <a:ext cx="435785" cy="692277"/>
            <a:chOff x="7982421" y="3727763"/>
            <a:chExt cx="477311" cy="758244"/>
          </a:xfrm>
        </p:grpSpPr>
        <p:sp>
          <p:nvSpPr>
            <p:cNvPr id="326" name="Google Shape;326;p27"/>
            <p:cNvSpPr/>
            <p:nvPr/>
          </p:nvSpPr>
          <p:spPr>
            <a:xfrm>
              <a:off x="8054507" y="3728825"/>
              <a:ext cx="316500" cy="756600"/>
            </a:xfrm>
            <a:prstGeom prst="roundRect">
              <a:avLst>
                <a:gd fmla="val 15418" name="adj"/>
              </a:avLst>
            </a:prstGeom>
            <a:solidFill>
              <a:srgbClr val="1B212C"/>
            </a:solidFill>
            <a:ln>
              <a:noFill/>
            </a:ln>
            <a:effectLst>
              <a:outerShdw blurRad="387350" sx="107000" rotWithShape="0" algn="tr" dir="8100000" dist="38100" sy="107000">
                <a:srgbClr val="000000">
                  <a:alpha val="498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27"/>
            <p:cNvSpPr/>
            <p:nvPr/>
          </p:nvSpPr>
          <p:spPr>
            <a:xfrm rot="10800000">
              <a:off x="8054264" y="4233407"/>
              <a:ext cx="316500" cy="2526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E7E7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27"/>
            <p:cNvSpPr/>
            <p:nvPr/>
          </p:nvSpPr>
          <p:spPr>
            <a:xfrm rot="5400000">
              <a:off x="8085300" y="4276650"/>
              <a:ext cx="140700" cy="201900"/>
            </a:xfrm>
            <a:prstGeom prst="triangle">
              <a:avLst>
                <a:gd fmla="val 27359" name="adj"/>
              </a:avLst>
            </a:pr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27"/>
            <p:cNvSpPr/>
            <p:nvPr/>
          </p:nvSpPr>
          <p:spPr>
            <a:xfrm>
              <a:off x="8054261" y="3727763"/>
              <a:ext cx="316500" cy="2526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E7E7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27"/>
            <p:cNvSpPr/>
            <p:nvPr/>
          </p:nvSpPr>
          <p:spPr>
            <a:xfrm>
              <a:off x="7991115" y="3866003"/>
              <a:ext cx="434400" cy="486900"/>
            </a:xfrm>
            <a:prstGeom prst="roundRect">
              <a:avLst>
                <a:gd fmla="val 12273" name="adj"/>
              </a:avLst>
            </a:prstGeom>
            <a:solidFill>
              <a:srgbClr val="1B212C"/>
            </a:solidFill>
            <a:ln>
              <a:noFill/>
            </a:ln>
            <a:effectLst>
              <a:outerShdw blurRad="387350" sx="107000" rotWithShape="0" algn="tr" dir="8100000" dist="38100" sy="107000">
                <a:srgbClr val="000000">
                  <a:alpha val="498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27"/>
            <p:cNvSpPr/>
            <p:nvPr/>
          </p:nvSpPr>
          <p:spPr>
            <a:xfrm>
              <a:off x="7982425" y="3884047"/>
              <a:ext cx="451800" cy="499800"/>
            </a:xfrm>
            <a:prstGeom prst="roundRect">
              <a:avLst>
                <a:gd fmla="val 10240" name="adj"/>
              </a:avLst>
            </a:prstGeom>
            <a:solidFill>
              <a:srgbClr val="99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27"/>
            <p:cNvSpPr/>
            <p:nvPr/>
          </p:nvSpPr>
          <p:spPr>
            <a:xfrm>
              <a:off x="8408132" y="4081081"/>
              <a:ext cx="51600" cy="51600"/>
            </a:xfrm>
            <a:prstGeom prst="flowChartDelay">
              <a:avLst/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27"/>
            <p:cNvSpPr/>
            <p:nvPr/>
          </p:nvSpPr>
          <p:spPr>
            <a:xfrm>
              <a:off x="7982421" y="3863888"/>
              <a:ext cx="451800" cy="513900"/>
            </a:xfrm>
            <a:prstGeom prst="roundRect">
              <a:avLst>
                <a:gd fmla="val 10240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offset_comp_342327_edited.jpg" id="334" name="Google Shape;334;p27"/>
          <p:cNvPicPr preferRelativeResize="0"/>
          <p:nvPr/>
        </p:nvPicPr>
        <p:blipFill rotWithShape="1">
          <a:blip r:embed="rId3">
            <a:alphaModFix/>
          </a:blip>
          <a:srcRect b="27092" l="49668" r="37351" t="55915"/>
          <a:stretch/>
        </p:blipFill>
        <p:spPr>
          <a:xfrm>
            <a:off x="8127235" y="3586562"/>
            <a:ext cx="379200" cy="429900"/>
          </a:xfrm>
          <a:prstGeom prst="roundRect">
            <a:avLst>
              <a:gd fmla="val 7794" name="adj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