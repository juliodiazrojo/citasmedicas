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ioidd6TlnvQL3Zov00wTspNi4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“GESTIÓN DE CITAS MÉDICAS”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DE CITAS MÉDICAS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4" name="Google Shape;94;p2"/>
          <p:cNvGrpSpPr/>
          <p:nvPr/>
        </p:nvGrpSpPr>
        <p:grpSpPr>
          <a:xfrm>
            <a:off x="4121026" y="1710819"/>
            <a:ext cx="7633553" cy="1359600"/>
            <a:chOff x="0" y="0"/>
            <a:chExt cx="7633553" cy="1359600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Julio Díaz Rojo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DE CITAS MÉDICAS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centros de salud primaria suelen gestionar las citas de forma manual.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 provoca largos tiempos de espera, pérdida de información y errores en la asignación de horas.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pacientes no pueden consultar ni modificar sus citas fácilmente.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personal administrativo tiene dificultades para ordenar la agenda médica.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que permita: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Agendar, modificar y cancelar citas.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administrativo para organización de la agenda médica.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 a médicos para gestionar sus atenciones.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Construida con Python - Django (MVT), Bootstrap y MySQL.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DE CITAS MÉDICAS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e implementar una plataforma web para la gestión de citas médicas en centros de salud primaria que permita mejorar la eficiencia en la atención, reduciendo al menos un 30% los tiempos de espera y errores en la asignación de horas.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Levantar y documentar los requerimientos funcionales y no funcionales del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la arquitectura, modelo de datos y prototipos  de interfaz asegurando criterios de usabilidad.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los módulos principales: agendamiento, modificación, cancelación y panel administrativo.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autenticación y roles para pacientes, médicos y administradores.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notificaciones automáticas para alertas de citas.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pruebas funcionales y de usabilidad, corriendo el 90% de los incidentes detectados.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DE CITAS MÉDICAS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27" name="Google Shape;127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5"/>
          <p:cNvSpPr txBox="1"/>
          <p:nvPr/>
        </p:nvSpPr>
        <p:spPr>
          <a:xfrm>
            <a:off x="1104975" y="2547325"/>
            <a:ext cx="4257000" cy="3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completa de citas médicas (CRUD).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 médica por semana para profesionales.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administrativo para gestión de usuarios y citas.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Perfil de paciente y médico.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dinámica de especialidad/sucursal/médico.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Formularios con AJAX.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con roles: Paciente, Médico, Administrador.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6927675" y="2631600"/>
            <a:ext cx="4257000" cy="3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interoperabilidad con plataformas de salud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incorpora historial clínico avanzado (solo diseño básico).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no implementa notificaciones por SMS.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desarrolla aplicación móvil,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sólo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versión web responsive.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DE CITAS MÉDICAS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6"/>
          <p:cNvSpPr txBox="1"/>
          <p:nvPr/>
        </p:nvSpPr>
        <p:spPr>
          <a:xfrm>
            <a:off x="1479600" y="2717600"/>
            <a:ext cx="86331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tradicional (cascada), con etapas definidas: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requerimientos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 arquitectura y base de datos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 interfaces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Backend (Django)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Frontend + AJAX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funcionales y usabilidad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 final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DE CITAS MÉDICAS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1" name="Google Shape;1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DE CITAS MÉDICAS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cxnSp>
        <p:nvCxnSpPr>
          <p:cNvPr id="154" name="Google Shape;154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5" name="Google Shape;15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3713" y="2448318"/>
            <a:ext cx="7084566" cy="4104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DE CITAS MÉDICAS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63" name="Google Shape;163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4" name="Google Shape;164;p9" title="Logic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31386"/>
            <a:ext cx="11658600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DE CITAS MÉDICAS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72" name="Google Shape;172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10"/>
          <p:cNvSpPr txBox="1"/>
          <p:nvPr/>
        </p:nvSpPr>
        <p:spPr>
          <a:xfrm>
            <a:off x="2207675" y="2526175"/>
            <a:ext cx="8020200" cy="3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HTML5, CSS, Bootstrap 5, AJAX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 Python 3.13.7, Django 5.2.7 (MVT)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BD: MySQL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 GitHub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Herramientas: StarUML, VSCode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8" name="Google Shape;1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4" name="Google Shape;1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186" name="Google Shape;186;p12"/>
          <p:cNvSpPr txBox="1"/>
          <p:nvPr/>
        </p:nvSpPr>
        <p:spPr>
          <a:xfrm>
            <a:off x="2341025" y="2811925"/>
            <a:ext cx="74676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funcional con flujo completo de citas médicas.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administrativo simplificado.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 de usuario mejorada gracias a AJAX.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modular bajo patrón MVT.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1" name="Google Shape;1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193" name="Google Shape;193;p13"/>
          <p:cNvSpPr txBox="1"/>
          <p:nvPr/>
        </p:nvSpPr>
        <p:spPr>
          <a:xfrm>
            <a:off x="2283875" y="2716675"/>
            <a:ext cx="77535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Dificultades iniciales con relaciones 1:1 en Django.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Ajustes de modelos por integridad referencial.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 con vistas AJAX para cargar médicos según filtros.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Manejo de roles en una sola tabla de usuarios.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Complejidad al mostrar agenda médica semanal.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8" name="Google Shape;1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